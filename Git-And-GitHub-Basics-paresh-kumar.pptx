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10776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85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9315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417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908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009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3750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26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480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16408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9598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97C4D-14ED-484F-A90C-E48A1898A119}" type="datetimeFigureOut">
              <a:rPr lang="en-IN" smtClean="0"/>
              <a:t>06-10-2026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FEF120-EBD0-4272-922D-2221E6636C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626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0668000" cy="2059708"/>
          </a:xfrm>
        </p:spPr>
        <p:txBody>
          <a:bodyPr/>
          <a:lstStyle/>
          <a:p>
            <a:r>
              <a:rPr lang="en-US" b="1" u="sng" dirty="0" err="1" smtClean="0"/>
              <a:t>Git</a:t>
            </a:r>
            <a:r>
              <a:rPr lang="en-US" b="1" dirty="0" smtClean="0"/>
              <a:t> </a:t>
            </a:r>
            <a:r>
              <a:rPr lang="en-US" b="1" u="sng" dirty="0" smtClean="0"/>
              <a:t>And</a:t>
            </a:r>
            <a:r>
              <a:rPr lang="en-US" b="1" dirty="0" smtClean="0"/>
              <a:t> </a:t>
            </a:r>
            <a:r>
              <a:rPr lang="en-US" b="1" u="sng" dirty="0" err="1" smtClean="0"/>
              <a:t>GitHub</a:t>
            </a:r>
            <a:r>
              <a:rPr lang="en-US" b="1" dirty="0" smtClean="0"/>
              <a:t> </a:t>
            </a:r>
            <a:r>
              <a:rPr lang="en-US" b="1" u="sng" dirty="0" smtClean="0"/>
              <a:t>Basics</a:t>
            </a:r>
            <a:endParaRPr lang="en-IN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u="sng" dirty="0" smtClean="0">
                <a:solidFill>
                  <a:srgbClr val="FF0000"/>
                </a:solidFill>
              </a:rPr>
              <a:t>Presented by : </a:t>
            </a:r>
            <a:r>
              <a:rPr lang="en-US" b="1" u="sng" dirty="0" err="1" smtClean="0">
                <a:solidFill>
                  <a:srgbClr val="FF0000"/>
                </a:solidFill>
              </a:rPr>
              <a:t>Paresh</a:t>
            </a:r>
            <a:r>
              <a:rPr lang="en-US" b="1" u="sng" dirty="0" smtClean="0">
                <a:solidFill>
                  <a:srgbClr val="FF0000"/>
                </a:solidFill>
              </a:rPr>
              <a:t> Kumar</a:t>
            </a:r>
            <a:endParaRPr lang="en-IN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210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9271"/>
            <a:ext cx="9144000" cy="1216548"/>
          </a:xfrm>
        </p:spPr>
        <p:txBody>
          <a:bodyPr>
            <a:normAutofit/>
          </a:bodyPr>
          <a:lstStyle/>
          <a:p>
            <a:pPr algn="l"/>
            <a:r>
              <a:rPr lang="en-US" sz="2800" b="1" u="sng" dirty="0" smtClean="0"/>
              <a:t>What is </a:t>
            </a:r>
            <a:r>
              <a:rPr lang="en-US" sz="2800" b="1" u="sng" dirty="0" err="1" smtClean="0"/>
              <a:t>Git</a:t>
            </a:r>
            <a:r>
              <a:rPr lang="en-US" sz="2800" b="1" u="sng" dirty="0" smtClean="0"/>
              <a:t> ?</a:t>
            </a:r>
            <a:endParaRPr lang="en-IN" sz="2800" b="1" u="sn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76508"/>
            <a:ext cx="9144000" cy="4981492"/>
          </a:xfrm>
        </p:spPr>
        <p:txBody>
          <a:bodyPr/>
          <a:lstStyle/>
          <a:p>
            <a:pPr algn="l"/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is a distributed version control system.</a:t>
            </a:r>
          </a:p>
          <a:p>
            <a:pPr algn="l"/>
            <a:r>
              <a:rPr lang="en-US" dirty="0" smtClean="0"/>
              <a:t>• It is used to track changes in files and source code.</a:t>
            </a:r>
          </a:p>
          <a:p>
            <a:pPr algn="l"/>
            <a:r>
              <a:rPr lang="en-US" dirty="0" smtClean="0"/>
              <a:t>• It helps developers manage different versions of their work.</a:t>
            </a:r>
          </a:p>
          <a:p>
            <a:pPr algn="l"/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works locally on our computer.</a:t>
            </a:r>
          </a:p>
          <a:p>
            <a:pPr algn="l"/>
            <a:endParaRPr lang="en-US" dirty="0"/>
          </a:p>
          <a:p>
            <a:pPr algn="l"/>
            <a:r>
              <a:rPr lang="en-US" sz="2800" u="sng" dirty="0" smtClean="0"/>
              <a:t>What is </a:t>
            </a:r>
            <a:r>
              <a:rPr lang="en-US" sz="2800" u="sng" dirty="0" err="1" smtClean="0"/>
              <a:t>GitHub</a:t>
            </a:r>
            <a:r>
              <a:rPr lang="en-US" sz="2800" u="sng" dirty="0" smtClean="0"/>
              <a:t> ?</a:t>
            </a:r>
          </a:p>
          <a:p>
            <a:pPr algn="l"/>
            <a:r>
              <a:rPr lang="en-US" dirty="0" smtClean="0"/>
              <a:t>• </a:t>
            </a:r>
            <a:r>
              <a:rPr lang="en-US" dirty="0" err="1" smtClean="0"/>
              <a:t>GitHub</a:t>
            </a:r>
            <a:r>
              <a:rPr lang="en-US" dirty="0" smtClean="0"/>
              <a:t> is a cloud-based platform used to host </a:t>
            </a:r>
            <a:r>
              <a:rPr lang="en-US" dirty="0" err="1" smtClean="0"/>
              <a:t>Git</a:t>
            </a:r>
            <a:r>
              <a:rPr lang="en-US" dirty="0" smtClean="0"/>
              <a:t> repositories.</a:t>
            </a:r>
          </a:p>
          <a:p>
            <a:pPr algn="l"/>
            <a:r>
              <a:rPr lang="en-US" dirty="0" smtClean="0"/>
              <a:t>• It stores projects and source code online.</a:t>
            </a:r>
          </a:p>
          <a:p>
            <a:pPr algn="l"/>
            <a:r>
              <a:rPr lang="en-US" dirty="0" smtClean="0"/>
              <a:t>• It helps developers collaborate and share their work.</a:t>
            </a:r>
          </a:p>
          <a:p>
            <a:pPr algn="l"/>
            <a:r>
              <a:rPr lang="en-US" dirty="0" smtClean="0"/>
              <a:t>• It supports features like branches, pull requests, and code reviews.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52210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3616"/>
          </a:xfrm>
        </p:spPr>
        <p:txBody>
          <a:bodyPr>
            <a:normAutofit/>
          </a:bodyPr>
          <a:lstStyle/>
          <a:p>
            <a:r>
              <a:rPr lang="en-US" sz="2800" b="1" u="sng" dirty="0" err="1" smtClean="0"/>
              <a:t>Git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vs</a:t>
            </a:r>
            <a:r>
              <a:rPr lang="en-US" sz="2800" b="1" u="sng" dirty="0" smtClean="0"/>
              <a:t> </a:t>
            </a:r>
            <a:r>
              <a:rPr lang="en-US" sz="2800" b="1" u="sng" dirty="0" err="1" smtClean="0"/>
              <a:t>GitHub</a:t>
            </a:r>
            <a:r>
              <a:rPr lang="en-US" sz="2800" b="1" u="sng" dirty="0" smtClean="0"/>
              <a:t> ?</a:t>
            </a:r>
            <a:endParaRPr lang="en-IN" sz="2800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16550"/>
            <a:ext cx="10515600" cy="496041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is a version control tool, while </a:t>
            </a:r>
            <a:r>
              <a:rPr lang="en-US" dirty="0" err="1" smtClean="0"/>
              <a:t>GitHub</a:t>
            </a:r>
            <a:r>
              <a:rPr lang="en-US" dirty="0" smtClean="0"/>
              <a:t> is an online hosting    platform.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works locally on our computer.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GitHub</a:t>
            </a:r>
            <a:r>
              <a:rPr lang="en-US" dirty="0" smtClean="0"/>
              <a:t> stores </a:t>
            </a:r>
            <a:r>
              <a:rPr lang="en-US" dirty="0" err="1" smtClean="0"/>
              <a:t>Git</a:t>
            </a:r>
            <a:r>
              <a:rPr lang="en-US" dirty="0" smtClean="0"/>
              <a:t> repositories remotely on the cloud.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tracks changes, while </a:t>
            </a:r>
            <a:r>
              <a:rPr lang="en-US" dirty="0" err="1" smtClean="0"/>
              <a:t>GitHub</a:t>
            </a:r>
            <a:r>
              <a:rPr lang="en-US" dirty="0" smtClean="0"/>
              <a:t> helps teams share and collaborate on those changes.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94879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smtClean="0"/>
              <a:t>Why do we use </a:t>
            </a:r>
            <a:r>
              <a:rPr lang="en-US" b="1" u="sng" dirty="0" err="1"/>
              <a:t>G</a:t>
            </a:r>
            <a:r>
              <a:rPr lang="en-US" b="1" u="sng" dirty="0" err="1" smtClean="0"/>
              <a:t>it</a:t>
            </a:r>
            <a:r>
              <a:rPr lang="en-US" b="1" u="sng" dirty="0" smtClean="0"/>
              <a:t> and </a:t>
            </a:r>
            <a:r>
              <a:rPr lang="en-US" b="1" u="sng" dirty="0" err="1" smtClean="0"/>
              <a:t>GitHub</a:t>
            </a:r>
            <a:r>
              <a:rPr lang="en-US" b="1" u="sng" dirty="0" smtClean="0"/>
              <a:t>?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To track changes in source code.</a:t>
            </a:r>
          </a:p>
          <a:p>
            <a:pPr marL="0" indent="0">
              <a:buNone/>
            </a:pPr>
            <a:r>
              <a:rPr lang="en-US" dirty="0" smtClean="0"/>
              <a:t>• To maintain version history.</a:t>
            </a:r>
          </a:p>
          <a:p>
            <a:pPr marL="0" indent="0">
              <a:buNone/>
            </a:pPr>
            <a:r>
              <a:rPr lang="en-US" dirty="0" smtClean="0"/>
              <a:t>• To collaborate with team members.</a:t>
            </a:r>
          </a:p>
          <a:p>
            <a:pPr marL="0" indent="0">
              <a:buNone/>
            </a:pPr>
            <a:r>
              <a:rPr lang="en-US" dirty="0" smtClean="0"/>
              <a:t>• To create branches and merge changes safely.</a:t>
            </a:r>
          </a:p>
          <a:p>
            <a:pPr marL="0" indent="0">
              <a:buNone/>
            </a:pPr>
            <a:r>
              <a:rPr lang="en-US" dirty="0" smtClean="0"/>
              <a:t>• To store and backup projects on </a:t>
            </a:r>
            <a:r>
              <a:rPr lang="en-US" dirty="0" err="1" smtClean="0"/>
              <a:t>GitHub</a:t>
            </a:r>
            <a:r>
              <a:rPr lang="en-US" dirty="0" smtClean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8075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 err="1" smtClean="0"/>
              <a:t>Git</a:t>
            </a:r>
            <a:r>
              <a:rPr lang="en-US" b="1" u="sng" dirty="0" smtClean="0"/>
              <a:t> Basics commands?</a:t>
            </a:r>
            <a:endParaRPr lang="en-IN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clone – Copy a repository to the local computer.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status – Check the current status of files.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add – Add changes to the staging area.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commit – Save changes in local </a:t>
            </a:r>
            <a:r>
              <a:rPr lang="en-US" dirty="0" err="1" smtClean="0"/>
              <a:t>Git</a:t>
            </a:r>
            <a:r>
              <a:rPr lang="en-US" dirty="0" smtClean="0"/>
              <a:t> history.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push – Send local changes to </a:t>
            </a:r>
            <a:r>
              <a:rPr lang="en-US" dirty="0" err="1" smtClean="0"/>
              <a:t>GitHub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pull – Get latest changes from </a:t>
            </a:r>
            <a:r>
              <a:rPr lang="en-US" dirty="0" err="1" smtClean="0"/>
              <a:t>GitHub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branch – View or manage branches.</a:t>
            </a:r>
          </a:p>
          <a:p>
            <a:pPr marL="0" indent="0">
              <a:buNone/>
            </a:pPr>
            <a:r>
              <a:rPr lang="en-US" dirty="0" smtClean="0"/>
              <a:t>• </a:t>
            </a:r>
            <a:r>
              <a:rPr lang="en-US" dirty="0" err="1" smtClean="0"/>
              <a:t>git</a:t>
            </a:r>
            <a:r>
              <a:rPr lang="en-US" dirty="0" smtClean="0"/>
              <a:t> switch – Switch between branches.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59837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290</Words>
  <Application>Microsoft Office PowerPoint</Application>
  <PresentationFormat>Widescreen</PresentationFormat>
  <Paragraphs>36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Git And GitHub Basics</vt:lpstr>
      <vt:lpstr>What is Git ?</vt:lpstr>
      <vt:lpstr>Git vs GitHub ?</vt:lpstr>
      <vt:lpstr>Why do we use Git and GitHub?</vt:lpstr>
      <vt:lpstr>Git Basics commands?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And GitHub Basics</dc:title>
  <dc:creator>User</dc:creator>
  <cp:lastModifiedBy>User</cp:lastModifiedBy>
  <cp:revision>5</cp:revision>
  <dcterms:created xsi:type="dcterms:W3CDTF">2026-10-06T11:53:06Z</dcterms:created>
  <dcterms:modified xsi:type="dcterms:W3CDTF">2026-10-06T12:26:31Z</dcterms:modified>
</cp:coreProperties>
</file>